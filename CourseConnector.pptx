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matic SC"/>
      <p:regular r:id="rId13"/>
      <p:bold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font" Target="fonts/AmaticSC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AmaticSC-bold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29f54184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29f54184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29f5418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29f5418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29f54184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29f54184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29f54184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29f54184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29f54184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29f54184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2a6faeaa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2a6faea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CourseConnector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By: Hemil Patel, Mann Patel, Harsh Vasoya, Darsh Parikh, Dvij Parikh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4294967295" type="title"/>
          </p:nvPr>
        </p:nvSpPr>
        <p:spPr>
          <a:xfrm>
            <a:off x="240450" y="382500"/>
            <a:ext cx="8166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Collection from the Survey(Based on School year)</a:t>
            </a:r>
            <a:endParaRPr/>
          </a:p>
        </p:txBody>
      </p:sp>
      <p:pic>
        <p:nvPicPr>
          <p:cNvPr descr="Forms response chart. Question title: School Year&#10;. Number of responses: 23 responses." id="63" name="Google Shape;63;p14" title="School Year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638" y="1522450"/>
            <a:ext cx="6277637" cy="26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title"/>
          </p:nvPr>
        </p:nvSpPr>
        <p:spPr>
          <a:xfrm>
            <a:off x="357225" y="23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</a:t>
            </a:r>
            <a:endParaRPr/>
          </a:p>
        </p:txBody>
      </p:sp>
      <p:pic>
        <p:nvPicPr>
          <p:cNvPr descr="Forms response chart. Question title: Which of the following features would be most beneficial to you? (Select all that apply). Number of responses: 23 responses." id="69" name="Google Shape;69;p15" title="Which of the following features would be most beneficial to you? (Select all that apply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50" y="1053975"/>
            <a:ext cx="8142577" cy="38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4294967295" type="title"/>
          </p:nvPr>
        </p:nvSpPr>
        <p:spPr>
          <a:xfrm>
            <a:off x="332575" y="260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 Material</a:t>
            </a:r>
            <a:endParaRPr/>
          </a:p>
        </p:txBody>
      </p:sp>
      <p:pic>
        <p:nvPicPr>
          <p:cNvPr descr="Forms response chart. Question title: Which types of study materials would you prefer to have access to? (Select all that apply). Number of responses: 23 responses." id="75" name="Google Shape;75;p16" title="Which types of study materials would you prefer to have access to? (Select all that apply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50" y="795500"/>
            <a:ext cx="7920527" cy="39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4294967295" type="title"/>
          </p:nvPr>
        </p:nvSpPr>
        <p:spPr>
          <a:xfrm>
            <a:off x="417400" y="2244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Usecase Diagram</a:t>
            </a:r>
            <a:endParaRPr/>
          </a:p>
        </p:txBody>
      </p:sp>
      <p:pic>
        <p:nvPicPr>
          <p:cNvPr id="81" name="Google Shape;81;p17" title="Screenshot 2024-11-06 1624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350"/>
            <a:ext cx="9143999" cy="49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68000" y="434725"/>
            <a:ext cx="14850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Use Case Dia</a:t>
            </a:r>
            <a:r>
              <a:rPr lang="en-GB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gram</a:t>
            </a:r>
            <a:endParaRPr sz="2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4294967295"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Class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Plans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Data Flow</a:t>
            </a:r>
            <a:r>
              <a:rPr lang="en-GB" sz="2100"/>
              <a:t> diagram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Sequence</a:t>
            </a:r>
            <a:r>
              <a:rPr lang="en-GB" sz="2100"/>
              <a:t> Diagram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