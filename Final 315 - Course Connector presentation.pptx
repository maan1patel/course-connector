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d105be0c9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d105be0c9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d105be0c9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d105be0c9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d105be0c9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d105be0c9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d105be0c9_0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d105be0c9_0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d105be0c9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d105be0c9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d105be0c9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d105be0c9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d105be0c9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d105be0c9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d105be0c9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d105be0c9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d105be0c9_0_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d105be0c9_0_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d105be0c9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d105be0c9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d105be0c9_0_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d105be0c9_0_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d105be0c9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d105be0c9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d105be0c9_0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1d105be0c9_0_9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d105be0c9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1d105be0c9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d105be0c9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d105be0c9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d105be0c9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d105be0c9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d105be0c9_0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1d105be0c9_0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d105be0c9_0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d105be0c9_0_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d105be0c9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1d105be0c9_0_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55450" y="744574"/>
            <a:ext cx="5476850" cy="2571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					</a:t>
            </a:r>
            <a:r>
              <a:rPr lang="en" dirty="0">
                <a:latin typeface="Impact"/>
                <a:ea typeface="Impact"/>
                <a:cs typeface="Impact"/>
                <a:sym typeface="Impact"/>
              </a:rPr>
              <a:t>COURSE	 		      CONNECTOR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01425" y="2571750"/>
            <a:ext cx="8484000" cy="15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050" b="1" dirty="0"/>
              <a:t>NAMES:</a:t>
            </a:r>
            <a:endParaRPr sz="2050" b="1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50" dirty="0"/>
              <a:t>MAAN PATEL</a:t>
            </a:r>
            <a:endParaRPr sz="185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50" dirty="0"/>
              <a:t>HEMIL PATEL</a:t>
            </a:r>
            <a:endParaRPr sz="185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50" dirty="0"/>
              <a:t>HARSH VASOYA</a:t>
            </a:r>
            <a:endParaRPr sz="185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50" dirty="0"/>
              <a:t>DARSH PARIKH</a:t>
            </a:r>
            <a:endParaRPr sz="185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50" dirty="0"/>
              <a:t>DVIJ PARIKH</a:t>
            </a:r>
            <a:endParaRPr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Purpose:</a:t>
            </a:r>
            <a:r>
              <a:rPr lang="en"/>
              <a:t> CourseConnector aims to provide personalized resources tailored to individual courses and professors to improve student learning outcomes.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Access to study materials and resources.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Collaborative study groups to foster peer learning.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Peer tutoring services to provide personalized assistance.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 mobile application designed for both iOS and Android platforms, with future web integration planned.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Process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Conducted surveys to understand student challenges and preferences.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Conducted surveys among university students.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Key questions focused on academic difficulties, preferred study methods, and opinions on peer tutoring and study resources.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strong demand for personalized resources.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Interest in features like peer tutoring and collaborative tools.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These insights helped shape the app’s core features and design.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500075" y="2053000"/>
            <a:ext cx="4911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Use-Case / Class Diagrams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1261800" y="491150"/>
            <a:ext cx="28995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Use-Case Diagram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404550" y="1433625"/>
            <a:ext cx="3488700" cy="34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 This diagram represents the interactions between different actors (Student, Tutor, and Admin) and the CourseConnector system.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Actors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 Uploads and accesses course materials, creates/joins study groups, and books tutoring sessions.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Tutor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 Sets availability, manages tutoring sessions, and processes payments.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 Manages system resources, and user accounts, and oversees discussion boards.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Arial"/>
                <a:ea typeface="Arial"/>
                <a:cs typeface="Arial"/>
                <a:sym typeface="Arial"/>
              </a:rPr>
              <a:t>Key Use Cases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Upload Documents: Students can upload study materials for sharing.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Access Resources: Students access personalized resources based on their enrolled courses.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Manage Sessions: Tutors handle booking, scheduling, and conducting tutoring sessions.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Monitor System: Admin oversees system functionality and manages user issues.</a:t>
            </a:r>
            <a:endParaRPr sz="9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050" y="491138"/>
            <a:ext cx="4688100" cy="43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71450" y="1245350"/>
            <a:ext cx="4036200" cy="3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Defines the static structure of the system, focusing on classes, their attributes, methods, and relationships.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Key Classes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A parent class with attributes like userID, email, and methods like login() and updateProfile().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Inherits from User; includes attributes like major, GPA, and methods for tracking academic performance and joining study groups.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Tutor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Inherits from User; manages availability, hourly rate, and tutoring sessions.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Course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Represents courses, with associated study materials, discussions, and professors.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StudyGroup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Facilitates collaboration among students enrolled in a course.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Study Material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Represents uploaded materials with features for rating and downloading.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Tutoring Session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 Handles session booking, schedule time, and payment processing.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lang="en" sz="850">
                <a:latin typeface="Arial"/>
                <a:ea typeface="Arial"/>
                <a:cs typeface="Arial"/>
                <a:sym typeface="Arial"/>
              </a:rPr>
              <a:t>: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>
                <a:latin typeface="Arial"/>
                <a:ea typeface="Arial"/>
                <a:cs typeface="Arial"/>
                <a:sym typeface="Arial"/>
              </a:rPr>
              <a:t>One-to-many: A student can enroll in multiple courses.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>
                <a:latin typeface="Arial"/>
                <a:ea typeface="Arial"/>
                <a:cs typeface="Arial"/>
                <a:sym typeface="Arial"/>
              </a:rPr>
              <a:t>One-to-one: Each tutoring session is between one tutor and one student.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Font typeface="Arial"/>
              <a:buChar char="●"/>
            </a:pPr>
            <a:r>
              <a:rPr lang="en" sz="850">
                <a:latin typeface="Arial"/>
                <a:ea typeface="Arial"/>
                <a:cs typeface="Arial"/>
                <a:sym typeface="Arial"/>
              </a:rPr>
              <a:t>Many-to-many: Students join multiple study groups, and groups can include many students.</a:t>
            </a:r>
            <a:endParaRPr sz="85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100" y="393750"/>
            <a:ext cx="4813101" cy="44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Data Flow Diagram (Level 0)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333075" y="1522450"/>
            <a:ext cx="3444300" cy="3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Provides a high-level overview of the system’s data flow.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Process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Students interact with the CourseConnector system to access study materials, join study groups, and book tutoring sessions.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Tutors manage their availability and conduct tutoring sessions.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Admin monitors activities and maintains system integrity.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Key Flows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Data flows from students (e.g., uploaded study materials) to the system for validation and storage.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Tutors interact with the system for session bookings.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Admin performs backend monitoring tasks.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950" y="1009050"/>
            <a:ext cx="4929174" cy="393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(Level 1)</a:t>
            </a: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306300" y="1540750"/>
            <a:ext cx="3542400" cy="3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Break down the processes in Level 0 into more detailed components.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Processes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User Management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Handles login, registration, and user profile updates.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Study Material Management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Uploading, validating, and retrieving study materials.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Tutoring Management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Scheduling, payment processing, and session confirmations.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Key Flows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student uploads a document, which is validated and stored in the system.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Tutoring sessions involve checking tutor availability, confirming the session, and processing payments.</a:t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700" y="1044775"/>
            <a:ext cx="5142901" cy="386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(Level 2 - Study Material Management)</a:t>
            </a: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160725" y="1451475"/>
            <a:ext cx="3607500" cy="34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17">
                <a:latin typeface="Arial"/>
                <a:ea typeface="Arial"/>
                <a:cs typeface="Arial"/>
                <a:sym typeface="Arial"/>
              </a:rPr>
              <a:t>: Focuses on the detailed flow for managing study materials.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latin typeface="Arial"/>
                <a:ea typeface="Arial"/>
                <a:cs typeface="Arial"/>
                <a:sym typeface="Arial"/>
              </a:rPr>
              <a:t>Steps</a:t>
            </a:r>
            <a:r>
              <a:rPr lang="en" sz="1117"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AutoNum type="arabicPeriod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A student selects a file to upload.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AutoNum type="arabicPeriod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The system validates the file.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AutoNum type="arabicPeriod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If valid, the file is stored, and metadata is saved.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AutoNum type="arabicPeriod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Students can search and retrieve materials for their enrolled courses.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latin typeface="Arial"/>
                <a:ea typeface="Arial"/>
                <a:cs typeface="Arial"/>
                <a:sym typeface="Arial"/>
              </a:rPr>
              <a:t>Key Components</a:t>
            </a:r>
            <a:r>
              <a:rPr lang="en" sz="1117"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Char char="●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Material Upload UI: Interface for file upload.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Char char="●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File Validation: Ensures the file meets system standards.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Char char="●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StorageService: Stores the file and its metadata securely.</a:t>
            </a:r>
            <a:endParaRPr sz="1117"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8"/>
              <a:buFont typeface="Arial"/>
              <a:buChar char="●"/>
            </a:pPr>
            <a:r>
              <a:rPr lang="en" sz="1117">
                <a:latin typeface="Arial"/>
                <a:ea typeface="Arial"/>
                <a:cs typeface="Arial"/>
                <a:sym typeface="Arial"/>
              </a:rPr>
              <a:t>Database: Saves file metadata for future retrieval.</a:t>
            </a:r>
            <a:endParaRPr sz="1302"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750" y="1067325"/>
            <a:ext cx="4389474" cy="37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(Level 2 - Tutoring Management)</a:t>
            </a:r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>
            <a:off x="333100" y="1513975"/>
            <a:ext cx="3515700" cy="3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Focuses on managing tutoring session bookings.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Steps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 student requests a session.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system checks the tutor’s availability.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tutor confirms or rejects the session.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If confirmed, payment is processed, and the session is scheduled.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Key Components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Tutoring Management System: Handles session scheduling.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Payment System: Processes payments and confirms transactions.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Tutor: Confirms availability and conducts sessions.</a:t>
            </a:r>
            <a:endParaRPr sz="1400"/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325" y="937625"/>
            <a:ext cx="4089800" cy="402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 - Study Material Upload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395625" y="1513950"/>
            <a:ext cx="3631800" cy="3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Describes the step-by-step process for uploading study materials.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student selects a file and initiates the upload.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system validates the file format and contents.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If valid, the file is stored in the database.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Metadata (e.g., title, tags) is saved for searchability.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Confirmation is sent to the student.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Key Actors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Student, Material Upload UI, FileValidation, StorageService, Database.</a:t>
            </a:r>
            <a:endParaRPr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>
            <a:alphaModFix/>
          </a:blip>
          <a:srcRect l="-1310" t="-1550" r="1310" b="1549"/>
          <a:stretch/>
        </p:blipFill>
        <p:spPr>
          <a:xfrm>
            <a:off x="4625575" y="884050"/>
            <a:ext cx="4089799" cy="403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 - Tutoring Session</a:t>
            </a:r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625" y="1540750"/>
            <a:ext cx="3578100" cy="31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Shows the process of booking and conducting tutoring sessions.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student requests a session.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tutoring management system checks tutor availability.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tutor confirms the session.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payment system processes the payment.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Both student and tutor receive confirmation, and the session is scheduled.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Key Actors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Student, Tutoring Management, Tutor, Payment System.</a:t>
            </a:r>
            <a:endParaRPr/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900" y="960175"/>
            <a:ext cx="3687950" cy="3942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 - User Authentication</a:t>
            </a: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1"/>
          </p:nvPr>
        </p:nvSpPr>
        <p:spPr>
          <a:xfrm>
            <a:off x="475975" y="1656825"/>
            <a:ext cx="35871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Explains the login process and credential validation.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student attempts to log in by entering credentials.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system validates the credentials by querying the database.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If credentials match, access is granted; otherwise, the login is denied with an error message.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Key Actors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Student, User Management System, Database.</a:t>
            </a:r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500" y="1037175"/>
            <a:ext cx="4098725" cy="383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Experiences and Challenges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Experiences and Challenges</a:t>
            </a: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Team Collaboration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Used GitHub for version control and Slack for communication.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Tasks were distributed based on individual expertise.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Challenges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Integrating multiple APIs for dynamic functionalities.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Ensuring consistency across data flow diagrams.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Balancing UI/UX design with backend functionality.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Lessons Learned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Importance of clear requirements and iterative development.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value of teamwork and effective communication.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Summary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Course-Connector addresses student challenges by offering personalized resources.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system integrates features like study groups, tutoring, and material sharing.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Future Plans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Expand to web platforms.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Add additional features like mental health resources and advanced academic tools.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1270725" y="5187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Macintosh PowerPoint</Application>
  <PresentationFormat>On-screen Show (16:9)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Impact</vt:lpstr>
      <vt:lpstr>Montserrat</vt:lpstr>
      <vt:lpstr>Arial</vt:lpstr>
      <vt:lpstr>Lato</vt:lpstr>
      <vt:lpstr>Focus</vt:lpstr>
      <vt:lpstr>       COURSE          CONNECTOR</vt:lpstr>
      <vt:lpstr>Introduction</vt:lpstr>
      <vt:lpstr>Survey Process</vt:lpstr>
      <vt:lpstr>Use-Case / Class Diagrams</vt:lpstr>
      <vt:lpstr>Use-Case Diagram</vt:lpstr>
      <vt:lpstr>Class Diagram</vt:lpstr>
      <vt:lpstr>Data Flow Diagrams</vt:lpstr>
      <vt:lpstr> Data Flow Diagram (Level 0)</vt:lpstr>
      <vt:lpstr>Data Flow Diagram (Level 1)</vt:lpstr>
      <vt:lpstr>Data Flow Diagram (Level 2 - Study Material Management)</vt:lpstr>
      <vt:lpstr>Data Flow Diagram (Level 2 - Tutoring Management)</vt:lpstr>
      <vt:lpstr>Sequence Diagrams</vt:lpstr>
      <vt:lpstr>Sequence Diagram - Study Material Upload</vt:lpstr>
      <vt:lpstr>Sequence Diagram - Tutoring Session</vt:lpstr>
      <vt:lpstr>Sequence Diagram - User Authentication</vt:lpstr>
      <vt:lpstr>Experiences and Challenges</vt:lpstr>
      <vt:lpstr>Experiences and Challenges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Maan Chetankumar Patel</cp:lastModifiedBy>
  <cp:revision>1</cp:revision>
  <dcterms:modified xsi:type="dcterms:W3CDTF">2024-12-09T02:32:03Z</dcterms:modified>
</cp:coreProperties>
</file>